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CodeAudit</a:t>
            </a:r>
          </a:p>
          <a:p>
            <a:r>
              <a:rPr sz="1800">
                <a:solidFill>
                  <a:srgbClr val="9AA0AB"/>
                </a:solidFill>
              </a:rPr>
              <a:t>Autonomous Codebase Auditor &amp; Refactoring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260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EEEEEE"/>
                </a:solidFill>
              </a:rPr>
              <a:t>•  Dependency graph + static analysis + LLM agents + a deterministic validator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EEEEEE"/>
                </a:solidFill>
              </a:rPr>
              <a:t>•  By Arbind Agarwal  —  VIT  ·  built with Claude (AI)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The problem</a:t>
            </a:r>
          </a:p>
          <a:p>
            <a:r>
              <a:rPr sz="1800">
                <a:solidFill>
                  <a:srgbClr val="9AA0AB"/>
                </a:solidFill>
              </a:rPr>
              <a:t>AI can't debug a whole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Paste one file into a chatbot: it doesn't know who calls the function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…whether user input reaches it, or what breaks if it changes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Pasting the whole repo: too long, too expensive, less accurate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Our idea: give the AI exactly the repository context each finding needs — and nothing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Pipeline</a:t>
            </a:r>
          </a:p>
          <a:p>
            <a:r>
              <a:rPr sz="1800">
                <a:solidFill>
                  <a:srgbClr val="9AA0AB"/>
                </a:solidFill>
              </a:rPr>
              <a:t>Deterministic before probabilistic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1371600" cy="109728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EEEEEE"/>
                </a:solidFill>
              </a:rPr>
              <a:t>Ingest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2011680"/>
            <a:ext cx="1371600" cy="109728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EEEEEE"/>
                </a:solidFill>
              </a:rPr>
              <a:t>Parse (AST)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011680"/>
            <a:ext cx="1371600" cy="109728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EEEEEE"/>
                </a:solidFill>
              </a:rPr>
              <a:t>Dependency</a:t>
            </a:r>
          </a:p>
          <a:p>
            <a:r>
              <a:rPr sz="1500" b="1">
                <a:solidFill>
                  <a:srgbClr val="EEEEEE"/>
                </a:solidFill>
              </a:rPr>
              <a:t>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2011680"/>
            <a:ext cx="1371600" cy="109728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EEEEEE"/>
                </a:solidFill>
              </a:rPr>
              <a:t>Static</a:t>
            </a:r>
          </a:p>
          <a:p>
            <a:r>
              <a:rPr sz="1500" b="1">
                <a:solidFill>
                  <a:srgbClr val="EEEEEE"/>
                </a:solidFill>
              </a:rPr>
              <a:t>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011680"/>
            <a:ext cx="1371600" cy="109728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EEEEEE"/>
                </a:solidFill>
              </a:rPr>
              <a:t>Rank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011680"/>
            <a:ext cx="1371600" cy="1097280"/>
          </a:xfrm>
          <a:prstGeom prst="roundRect">
            <a:avLst/>
          </a:prstGeom>
          <a:solidFill>
            <a:srgbClr val="5B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EEEEEE"/>
                </a:solidFill>
              </a:rPr>
              <a:t>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2011680"/>
            <a:ext cx="1371600" cy="109728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 b="1">
                <a:solidFill>
                  <a:srgbClr val="EEEEEE"/>
                </a:solidFill>
              </a:rPr>
              <a:t>Report</a:t>
            </a:r>
          </a:p>
          <a:p>
            <a:r>
              <a:rPr sz="1500" b="1">
                <a:solidFill>
                  <a:srgbClr val="EEEEEE"/>
                </a:solidFill>
              </a:rPr>
              <a:t>+ PRs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EEEEEE"/>
                </a:solidFill>
              </a:rPr>
              <a:t>•  Agents: Triage (real or false alarm?) → Analyst (root cause, CWE, plan) → Refactorer (tool-using loop) → Validator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EEEEE"/>
                </a:solidFill>
              </a:rPr>
              <a:t>•  Validator: syntax · same signature · compiles · full re-scan · project tests — on a copy, never the original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EEEEEE"/>
                </a:solidFill>
              </a:rPr>
              <a:t>•  Works with Claude, OpenAI, Gemini, Groq, Ollama — or fully offline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What it detects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88135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EEEEEE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2A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EEEEEE"/>
                          </a:solidFill>
                        </a:rPr>
                        <a:t>Rules</a:t>
                      </a:r>
                    </a:p>
                  </a:txBody>
                  <a:tcPr>
                    <a:solidFill>
                      <a:srgbClr val="2A2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EEEEE"/>
                          </a:solidFill>
                        </a:rPr>
                        <a:t>Architecture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EEEEE"/>
                          </a:solidFill>
                        </a:rPr>
                        <a:t>Cyclic dependency (+ cheapest edge to break) · God module · Hub module · God class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EEEEE"/>
                          </a:solidFill>
                        </a:rPr>
                        <a:t>Security (CWE + taint path)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EEEEE"/>
                          </a:solidFill>
                        </a:rPr>
                        <a:t>SQL injection · Code / command injection · Insecure deserialization · Template injection (SSTI) · Hard-coded secret · Weak hash · TLS verify off · Insecure tempfile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EEEEE"/>
                          </a:solidFill>
                        </a:rPr>
                        <a:t>Dead code (reachability)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EEEEE"/>
                          </a:solidFill>
                        </a:rPr>
                        <a:t>Unreachable functions — including code only used by other dead code · Unused modules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EEEEE"/>
                          </a:solidFill>
                        </a:rPr>
                        <a:t>Smells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EEEEEE"/>
                          </a:solidFill>
                        </a:rPr>
                        <a:t>Long method · Complex method · Long parameter list · Deep nesting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Graph context = the key idea</a:t>
            </a:r>
          </a:p>
          <a:p>
            <a:r>
              <a:rPr sz="1800">
                <a:solidFill>
                  <a:srgbClr val="9AA0AB"/>
                </a:solidFill>
              </a:rPr>
              <a:t>Same pattern, different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get_user: SQL f-string, taint path input() → handle → get_user  →  CONFIRMED, fixed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count_rows: same f-string, but every caller passes constants  →  DISMISSED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Cycle orders ⇄ inventory: the back-edge is used only by dead code → delete it, cycle gone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Context pack per finding: ~360 tokens instead of ~2,300 for the whole repo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Results on labelled demo repo (shopkart)</a:t>
            </a:r>
          </a:p>
          <a:p>
            <a:r>
              <a:rPr sz="1800">
                <a:solidFill>
                  <a:srgbClr val="9AA0AB"/>
                </a:solidFill>
              </a:rPr>
              <a:t>18 real issues · 5 planted false alarms · 1 known miss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383280"/>
                <a:gridCol w="338328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2A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EEEEEE"/>
                          </a:solidFill>
                        </a:rPr>
                        <a:t>Static rules only</a:t>
                      </a:r>
                    </a:p>
                  </a:txBody>
                  <a:tcPr>
                    <a:solidFill>
                      <a:srgbClr val="2A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EEEEEE"/>
                          </a:solidFill>
                        </a:rPr>
                        <a:t>After triage</a:t>
                      </a:r>
                    </a:p>
                  </a:txBody>
                  <a:tcPr>
                    <a:solidFill>
                      <a:srgbClr val="2A2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0.78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0.89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False alarms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Validated automatic fixes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EEEE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572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EEEEEE"/>
                </a:solidFill>
              </a:rPr>
              <a:t>•  Honest misses: search_products (query built in a helper) · password_key (heuristic fooled, the LLM's job)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Tested on real repositories</a:t>
            </a:r>
          </a:p>
          <a:p>
            <a:r>
              <a:rPr sz="1800">
                <a:solidFill>
                  <a:srgbClr val="9AA0AB"/>
                </a:solidFill>
              </a:rPr>
              <a:t>Offline mode, seconds per repo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914400"/>
                <a:gridCol w="667512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EEEEE"/>
                          </a:solidFill>
                        </a:rPr>
                        <a:t>Repository</a:t>
                      </a:r>
                    </a:p>
                  </a:txBody>
                  <a:tcPr>
                    <a:solidFill>
                      <a:srgbClr val="2A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EEEEE"/>
                          </a:solidFill>
                        </a:rPr>
                        <a:t>Files</a:t>
                      </a:r>
                    </a:p>
                  </a:txBody>
                  <a:tcPr>
                    <a:solidFill>
                      <a:srgbClr val="2A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EEEEEE"/>
                          </a:solidFill>
                        </a:rPr>
                        <a:t>What it found</a:t>
                      </a:r>
                    </a:p>
                  </a:txBody>
                  <a:tcPr>
                    <a:solidFill>
                      <a:srgbClr val="2A2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we45/Vulnerable-Flask-App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SQL injection, 2× template injection, unsafe YAML, MD5 passwords, secrets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anxolerd/dvpwa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SQL injection in Student.create, MD5 password check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pallets/flask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God classes, hub modules, 2 truly dead helpers; SHA-1 signing correctly dismissed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pallets/itsdangerous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SHA-1 inside HMAC correctly NOT 'fixed'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psf/requests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Architecture &amp; complexity smells, no false security alarms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Alai (our own app)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EEEEE"/>
                          </a:solidFill>
                        </a:rPr>
                        <a:t>1 dead method, very complex functions, 15-parameter function; tests pass</a:t>
                      </a:r>
                    </a:p>
                  </a:txBody>
                  <a:tcPr>
                    <a:solidFill>
                      <a:srgbClr val="1D20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CLI: audit examples/shopkart → 7 stages → report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Report: dependency graph, taint path, diff + validation checks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Web UI: run an audit, Accept / Create PR branch / Reject each fix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Live GitHub repo: dvpwa / Vulnerable-Flask-App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Why not SonarQube / Bandit?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They stop at pattern matching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We add repository context: taint paths, reachability, cycle edges, blast radius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AI triage that measurably removes false alarms (5 → 0)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Validated automatic fixes, exported as pull-request branches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Never edits your code during analysis — everything runs on a copy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Taint through return values (would catch search_products)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Type inference for obj.method() calls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Labelled evaluation on 2–3 open-source repositories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More languages: JavaScript / Java parsers feeding the same graph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EEEEEE"/>
                </a:solidFill>
              </a:rPr>
              <a:t>•  CI mode: comment findings on every pull request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EEEEE"/>
                </a:solidFill>
              </a:rPr>
              <a:t>Thank you</a:t>
            </a:r>
          </a:p>
          <a:p>
            <a:r>
              <a:rPr sz="1800">
                <a:solidFill>
                  <a:srgbClr val="9AA0AB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